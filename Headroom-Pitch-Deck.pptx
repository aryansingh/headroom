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607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HEADROOM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compression layer for AI agents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54864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60–95% fewer tokens  ·  Library  ·  Proxy  ·  MCP  ·  6 algorithms  ·  Local-first  ·  Reversible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headroomlabs.ai  ·  Apache 2.0  ·  PyPI &amp; npm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 are burning through context windows — and budgets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3566160" cy="12801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54864" cy="128016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031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costs are exploding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agent session sends 50K–100K tokens per run. At $15/M input tokens, that's $0.75–$1.50 per session — multiplied across your entire team.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920240"/>
            <a:ext cx="3566160" cy="12801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20240"/>
            <a:ext cx="54864" cy="128016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1031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windows are finite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24688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200K context fills fast with tool outputs, logs, and RAG chunks. Agents hit limits, lose context, and produce worse results.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31520" y="3383280"/>
            <a:ext cx="3566160" cy="12801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" cy="128016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5661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cross-agent memory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60120" y="3931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Codex, Cursor, Copilot — each in its own silo. Teams repeat context, re-explain codebases, and lose institutional knowledge.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383280"/>
            <a:ext cx="3566160" cy="128016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383280"/>
            <a:ext cx="54864" cy="128016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661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can't be sacrificed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931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all context to third-party APIs raises compliance concerns. Self-hosted teams need local processing with governance.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Compress everything before it hits the LLM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2377440" cy="1463040"/>
          </a:xfrm>
          <a:prstGeom prst="rect">
            <a:avLst/>
          </a:prstGeom>
          <a:solidFill>
            <a:srgbClr val="1620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Codex, Cursor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Copilot, any app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514600"/>
            <a:ext cx="365760" cy="365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0" y="2011680"/>
            <a:ext cx="2377440" cy="1463040"/>
          </a:xfrm>
          <a:prstGeom prst="rect">
            <a:avLst/>
          </a:prstGeom>
          <a:solidFill>
            <a:srgbClr val="0D2F4F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65760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65760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algorithms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CCR cache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514600"/>
            <a:ext cx="365760" cy="3657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83680" y="2011680"/>
            <a:ext cx="2377440" cy="1463040"/>
          </a:xfrm>
          <a:prstGeom prst="rect">
            <a:avLst/>
          </a:prstGeom>
          <a:solidFill>
            <a:srgbClr val="1620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583680" y="2148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83680" y="2606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Anthropic, OpenAI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Bedrock</a:t>
            </a:r>
            <a:endParaRPr lang="en-US" sz="11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84048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8404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(CCR) — retrieve originals on demand</a:t>
            </a:r>
            <a:endParaRPr lang="en-US" sz="12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2452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2245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Auto-routes by content type: JSON, code, prose, images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60857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08760" y="460857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Cross-agent memory — shared context across tools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ALGORITHMS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tool. Six algorithms. Every content type.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1325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246888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SmartCrusher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JSON-aware structural compression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2468880" cy="1325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828800"/>
            <a:ext cx="246888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0574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CodeCompressor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6576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AST-based code compression (Python, JS, Go, Rust, Java, C++)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828800"/>
            <a:ext cx="2468880" cy="1325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828800"/>
            <a:ext cx="246888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20116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Kompress-v2-base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transformer for prose &amp; text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3383280"/>
            <a:ext cx="2468880" cy="1325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383280"/>
            <a:ext cx="246888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118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CacheAligner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440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Stabilizes prompt prefixes for KV cache hits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474720" y="3383280"/>
            <a:ext cx="2468880" cy="1325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74720" y="3383280"/>
            <a:ext cx="246888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6118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Compression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65760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40–90% reduction via trained ML router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17920" y="3383280"/>
            <a:ext cx="2468880" cy="13258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3383280"/>
            <a:ext cx="246888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6118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566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IntelligentContext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0080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context pruning with learned importance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RESULTS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workloads. Real savings. Accuracy preserved.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16459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search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17,765 → 1,408 tokens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828800"/>
            <a:ext cx="2468880" cy="16459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47472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debugging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65,694 → 5,118 tokens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468880" cy="164592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217920" y="2606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triage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54,174 → 14,761 tokens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PRESERVED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160520"/>
            <a:ext cx="164592" cy="16459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41422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Math: 87.0% → 87.0% (±0.0%)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389120"/>
            <a:ext cx="164592" cy="16459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05840" y="43708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TruthfulQA: 53.0% → 56.0% (+3.0%)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617720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45994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v2 QA: 97% accuracy at 19% compression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46320"/>
            <a:ext cx="164592" cy="16459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482803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BFCL Tool Use: 97% accuracy at 32% compression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only solution that covers everything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188720"/>
                <a:gridCol w="1188720"/>
                <a:gridCol w="118872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F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Headroom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6 algos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All major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7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LLMLingua-2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 Compact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lean-ctx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shell/file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22+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89–99%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caching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locked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solidFill>
            <a:srgbClr val="0A274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4206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moat: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compression + cross-agent memory + headroom learn. No competitor offers all three.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WAY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modes. Zero friction.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828800" cy="23774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0574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compress(messages) in Python or TypeScript, inline in any app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68680" y="3611880"/>
            <a:ext cx="1554480" cy="3657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headroom import compress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834640" y="1828800"/>
            <a:ext cx="1828800" cy="23774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834640" y="182880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057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7180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changes. Any language. Any client.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971800" y="3611880"/>
            <a:ext cx="1554480" cy="3657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17" name="Text 13"/>
          <p:cNvSpPr/>
          <p:nvPr/>
        </p:nvSpPr>
        <p:spPr>
          <a:xfrm>
            <a:off x="297180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headroom proxy --port 8787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4937760" y="1828800"/>
            <a:ext cx="1828800" cy="23774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37760" y="182880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0574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377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Wrap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07492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wrap your coding agent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074920" y="3611880"/>
            <a:ext cx="1554480" cy="3657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4" name="Text 19"/>
          <p:cNvSpPr/>
          <p:nvPr/>
        </p:nvSpPr>
        <p:spPr>
          <a:xfrm>
            <a:off x="507492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headroom wrap claude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040880" y="1828800"/>
            <a:ext cx="1828800" cy="237744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040880" y="1828800"/>
            <a:ext cx="18288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05740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088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178040" y="2971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tools for any MCP client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178040" y="3611880"/>
            <a:ext cx="1554480" cy="36576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1" name="Text 25"/>
          <p:cNvSpPr/>
          <p:nvPr/>
        </p:nvSpPr>
        <p:spPr>
          <a:xfrm>
            <a:off x="717804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headroom mcp install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with: Claude Code · Codex · Cursor · Aider · Copilot · LangChain · Agno · Strands · Any OpenAI-compatible client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SELF-IMPROVEMENT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headroom learn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agent failures into institutional memory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34440" y="23774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failed sessions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 patterns in agent failures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87168" y="2624328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3774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failure patterns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8892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error types, repeated mistakes, context gaps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36008" y="2624328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23774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corrections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 CLAUDE.md / AGENTS.md / GEMINI.md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84848" y="2624328"/>
            <a:ext cx="22860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0" y="2377440"/>
            <a:ext cx="502920" cy="50292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3017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improve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subsequent session runs smarter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0A2744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60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Virally adoptable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team member benefits from collective learning. No competitor offers this.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free. Scale with your team.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965960" cy="2926080"/>
          </a:xfrm>
          <a:prstGeom prst="rect">
            <a:avLst/>
          </a:prstGeom>
          <a:solidFill>
            <a:srgbClr val="1620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42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71800"/>
            <a:ext cx="146304" cy="146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953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compression engine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2644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41248" y="3246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Proxy, CLI wrap, SDK, MCP</a:t>
            </a:r>
            <a:endParaRPr lang="en-US" sz="9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5701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" y="3538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dashboard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49624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41248" y="38313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CCR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42232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1248" y="41239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support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2606040" y="1737360"/>
            <a:ext cx="1965960" cy="2926080"/>
          </a:xfrm>
          <a:prstGeom prst="rect">
            <a:avLst/>
          </a:prstGeom>
          <a:solidFill>
            <a:srgbClr val="1620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260604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2606040" y="22128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$1,500</a:t>
            </a:r>
            <a:endParaRPr lang="en-US" sz="2800" dirty="0"/>
          </a:p>
        </p:txBody>
      </p:sp>
      <p:sp>
        <p:nvSpPr>
          <p:cNvPr id="21" name="Text 14"/>
          <p:cNvSpPr/>
          <p:nvPr/>
        </p:nvSpPr>
        <p:spPr>
          <a:xfrm>
            <a:off x="2606040" y="2642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2971800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990088" y="2953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Builder</a:t>
            </a:r>
            <a:endParaRPr lang="en-US" sz="9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3264408"/>
            <a:ext cx="146304" cy="1463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990088" y="3246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analytics dashboard</a:t>
            </a:r>
            <a:endParaRPr lang="en-US" sz="9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8920" y="3557016"/>
            <a:ext cx="146304" cy="14630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2990088" y="3538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savings reports</a:t>
            </a:r>
            <a:endParaRPr lang="en-US" sz="9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3849624"/>
            <a:ext cx="146304" cy="14630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2990088" y="38313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presets &amp; controls</a:t>
            </a:r>
            <a:endParaRPr lang="en-US" sz="95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8920" y="4142232"/>
            <a:ext cx="146304" cy="14630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2990088" y="41239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Business-hours support</a:t>
            </a:r>
            <a:endParaRPr lang="en-US" sz="950" dirty="0"/>
          </a:p>
        </p:txBody>
      </p:sp>
      <p:sp>
        <p:nvSpPr>
          <p:cNvPr id="32" name="Shape 20"/>
          <p:cNvSpPr/>
          <p:nvPr/>
        </p:nvSpPr>
        <p:spPr>
          <a:xfrm>
            <a:off x="4754880" y="1737360"/>
            <a:ext cx="1965960" cy="2926080"/>
          </a:xfrm>
          <a:prstGeom prst="rect">
            <a:avLst/>
          </a:prstGeom>
          <a:solidFill>
            <a:srgbClr val="0D2F4F"/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21"/>
          <p:cNvSpPr/>
          <p:nvPr/>
        </p:nvSpPr>
        <p:spPr>
          <a:xfrm>
            <a:off x="4754880" y="1737360"/>
            <a:ext cx="1965960" cy="256032"/>
          </a:xfrm>
          <a:prstGeom prst="rect">
            <a:avLst/>
          </a:prstGeom>
          <a:solidFill>
            <a:srgbClr val="00D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00" dirty="0"/>
          </a:p>
        </p:txBody>
      </p:sp>
      <p:sp>
        <p:nvSpPr>
          <p:cNvPr id="34" name="Text 22"/>
          <p:cNvSpPr/>
          <p:nvPr/>
        </p:nvSpPr>
        <p:spPr>
          <a:xfrm>
            <a:off x="4754880" y="2084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600" dirty="0"/>
          </a:p>
        </p:txBody>
      </p:sp>
      <p:sp>
        <p:nvSpPr>
          <p:cNvPr id="35" name="Text 23"/>
          <p:cNvSpPr/>
          <p:nvPr/>
        </p:nvSpPr>
        <p:spPr>
          <a:xfrm>
            <a:off x="4754880" y="24231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$3,500</a:t>
            </a:r>
            <a:endParaRPr lang="en-US" sz="2800" dirty="0"/>
          </a:p>
        </p:txBody>
      </p:sp>
      <p:sp>
        <p:nvSpPr>
          <p:cNvPr id="36" name="Text 24"/>
          <p:cNvSpPr/>
          <p:nvPr/>
        </p:nvSpPr>
        <p:spPr>
          <a:xfrm>
            <a:off x="4754880" y="285292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200400"/>
            <a:ext cx="146304" cy="146304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5138928" y="31821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Team</a:t>
            </a:r>
            <a:endParaRPr lang="en-US" sz="95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493008"/>
            <a:ext cx="146304" cy="146304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5138928" y="34747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&amp; project model</a:t>
            </a:r>
            <a:endParaRPr lang="en-US" sz="95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3785616"/>
            <a:ext cx="146304" cy="146304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5138928" y="37673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reporting</a:t>
            </a:r>
            <a:endParaRPr lang="en-US" sz="950" dirty="0"/>
          </a:p>
        </p:txBody>
      </p:sp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4078224"/>
            <a:ext cx="146304" cy="146304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5138928" y="40599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&amp; Helm</a:t>
            </a:r>
            <a:endParaRPr lang="en-US" sz="95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4370832"/>
            <a:ext cx="146304" cy="146304"/>
          </a:xfrm>
          <a:prstGeom prst="rect">
            <a:avLst/>
          </a:prstGeom>
        </p:spPr>
      </p:pic>
      <p:sp>
        <p:nvSpPr>
          <p:cNvPr id="46" name="Text 29"/>
          <p:cNvSpPr/>
          <p:nvPr/>
        </p:nvSpPr>
        <p:spPr>
          <a:xfrm>
            <a:off x="5138928" y="43525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advisory</a:t>
            </a:r>
            <a:endParaRPr lang="en-US" sz="950" dirty="0"/>
          </a:p>
        </p:txBody>
      </p:sp>
      <p:sp>
        <p:nvSpPr>
          <p:cNvPr id="47" name="Shape 30"/>
          <p:cNvSpPr/>
          <p:nvPr/>
        </p:nvSpPr>
        <p:spPr>
          <a:xfrm>
            <a:off x="6903720" y="1737360"/>
            <a:ext cx="1965960" cy="2926080"/>
          </a:xfrm>
          <a:prstGeom prst="rect">
            <a:avLst/>
          </a:prstGeom>
          <a:solidFill>
            <a:srgbClr val="1620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Text 31"/>
          <p:cNvSpPr/>
          <p:nvPr/>
        </p:nvSpPr>
        <p:spPr>
          <a:xfrm>
            <a:off x="690372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49" name="Text 32"/>
          <p:cNvSpPr/>
          <p:nvPr/>
        </p:nvSpPr>
        <p:spPr>
          <a:xfrm>
            <a:off x="6903720" y="22128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800" dirty="0"/>
          </a:p>
        </p:txBody>
      </p:sp>
      <p:sp>
        <p:nvSpPr>
          <p:cNvPr id="50" name="Text 33"/>
          <p:cNvSpPr/>
          <p:nvPr/>
        </p:nvSpPr>
        <p:spPr>
          <a:xfrm>
            <a:off x="6903720" y="264261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$60K–$150K+/yr</a:t>
            </a:r>
            <a:endParaRPr lang="en-US" sz="1000" dirty="0"/>
          </a:p>
        </p:txBody>
      </p:sp>
      <p:pic>
        <p:nvPicPr>
          <p:cNvPr id="5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600" y="2971800"/>
            <a:ext cx="146304" cy="146304"/>
          </a:xfrm>
          <a:prstGeom prst="rect">
            <a:avLst/>
          </a:prstGeom>
        </p:spPr>
      </p:pic>
      <p:sp>
        <p:nvSpPr>
          <p:cNvPr id="52" name="Text 34"/>
          <p:cNvSpPr/>
          <p:nvPr/>
        </p:nvSpPr>
        <p:spPr>
          <a:xfrm>
            <a:off x="7287768" y="2953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 / RBAC</a:t>
            </a:r>
            <a:endParaRPr lang="en-US" sz="950" dirty="0"/>
          </a:p>
        </p:txBody>
      </p:sp>
      <p:pic>
        <p:nvPicPr>
          <p:cNvPr id="5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86600" y="3264408"/>
            <a:ext cx="146304" cy="146304"/>
          </a:xfrm>
          <a:prstGeom prst="rect">
            <a:avLst/>
          </a:prstGeom>
        </p:spPr>
      </p:pic>
      <p:sp>
        <p:nvSpPr>
          <p:cNvPr id="54" name="Text 35"/>
          <p:cNvSpPr/>
          <p:nvPr/>
        </p:nvSpPr>
        <p:spPr>
          <a:xfrm>
            <a:off x="7287768" y="32461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 retention</a:t>
            </a:r>
            <a:endParaRPr lang="en-US" sz="950" dirty="0"/>
          </a:p>
        </p:txBody>
      </p:sp>
      <p:pic>
        <p:nvPicPr>
          <p:cNvPr id="5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86600" y="3557016"/>
            <a:ext cx="146304" cy="146304"/>
          </a:xfrm>
          <a:prstGeom prst="rect">
            <a:avLst/>
          </a:prstGeom>
        </p:spPr>
      </p:pic>
      <p:sp>
        <p:nvSpPr>
          <p:cNvPr id="56" name="Text 36"/>
          <p:cNvSpPr/>
          <p:nvPr/>
        </p:nvSpPr>
        <p:spPr>
          <a:xfrm>
            <a:off x="7287768" y="35387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management</a:t>
            </a:r>
            <a:endParaRPr lang="en-US" sz="950" dirty="0"/>
          </a:p>
        </p:txBody>
      </p:sp>
      <p:pic>
        <p:nvPicPr>
          <p:cNvPr id="5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86600" y="3849624"/>
            <a:ext cx="146304" cy="146304"/>
          </a:xfrm>
          <a:prstGeom prst="rect">
            <a:avLst/>
          </a:prstGeom>
        </p:spPr>
      </p:pic>
      <p:sp>
        <p:nvSpPr>
          <p:cNvPr id="58" name="Text 37"/>
          <p:cNvSpPr/>
          <p:nvPr/>
        </p:nvSpPr>
        <p:spPr>
          <a:xfrm>
            <a:off x="7287768" y="38313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support</a:t>
            </a:r>
            <a:endParaRPr lang="en-US" sz="950" dirty="0"/>
          </a:p>
        </p:txBody>
      </p:sp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86600" y="4142232"/>
            <a:ext cx="146304" cy="146304"/>
          </a:xfrm>
          <a:prstGeom prst="rect">
            <a:avLst/>
          </a:prstGeom>
        </p:spPr>
      </p:pic>
      <p:sp>
        <p:nvSpPr>
          <p:cNvPr id="60" name="Text 38"/>
          <p:cNvSpPr/>
          <p:nvPr/>
        </p:nvSpPr>
        <p:spPr>
          <a:xfrm>
            <a:off x="7287768" y="412394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&amp; security review</a:t>
            </a:r>
            <a:endParaRPr lang="en-US" sz="950" dirty="0"/>
          </a:p>
        </p:txBody>
      </p:sp>
      <p:sp>
        <p:nvSpPr>
          <p:cNvPr id="6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for teams that take security seriously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deployment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88720" y="20299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infrastructure. No prompt content leaves except the upstream provider request.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SAML / RBAC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88720" y="28072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identity integration with role-based access control.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3756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 support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88720" y="3584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dependencies, run with HF_HUB_OFFLINE=1. No external calls required.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&amp; retention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188720" y="43616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with configurable retention policies for compliance.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846320" y="1737360"/>
            <a:ext cx="3840480" cy="29260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50292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02920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126480" y="2331720"/>
            <a:ext cx="2377440" cy="256032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0" name="Text 14"/>
          <p:cNvSpPr/>
          <p:nvPr/>
        </p:nvSpPr>
        <p:spPr>
          <a:xfrm>
            <a:off x="617220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headroom-ai[all]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5029200" y="27889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126480" y="2788920"/>
            <a:ext cx="2377440" cy="256032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3" name="Text 17"/>
          <p:cNvSpPr/>
          <p:nvPr/>
        </p:nvSpPr>
        <p:spPr>
          <a:xfrm>
            <a:off x="6172200" y="2788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800" dirty="0"/>
          </a:p>
        </p:txBody>
      </p:sp>
      <p:sp>
        <p:nvSpPr>
          <p:cNvPr id="24" name="Text 18"/>
          <p:cNvSpPr/>
          <p:nvPr/>
        </p:nvSpPr>
        <p:spPr>
          <a:xfrm>
            <a:off x="5029200" y="3246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126480" y="3246120"/>
            <a:ext cx="2377440" cy="256032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6" name="Text 20"/>
          <p:cNvSpPr/>
          <p:nvPr/>
        </p:nvSpPr>
        <p:spPr>
          <a:xfrm>
            <a:off x="6172200" y="3246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k8s/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502920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126480" y="3703320"/>
            <a:ext cx="2377440" cy="256032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29" name="Text 23"/>
          <p:cNvSpPr/>
          <p:nvPr/>
        </p:nvSpPr>
        <p:spPr>
          <a:xfrm>
            <a:off x="6172200" y="3703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headroom ./helm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5029200" y="4160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6126480" y="4160520"/>
            <a:ext cx="2377440" cy="256032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2" name="Text 26"/>
          <p:cNvSpPr/>
          <p:nvPr/>
        </p:nvSpPr>
        <p:spPr>
          <a:xfrm>
            <a:off x="6172200" y="4160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HF_HUB_OFFLINE=1 headroom proxy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9319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607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589520" y="274320"/>
            <a:ext cx="18288" cy="4572000"/>
          </a:xfrm>
          <a:prstGeom prst="rect">
            <a:avLst/>
          </a:prstGeom>
          <a:solidFill>
            <a:srgbClr val="00D4FF">
              <a:alpha val="1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TALK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compress your agent's context and cut costs by 60–95%?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347472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743200"/>
            <a:ext cx="347472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headroom-ai[all]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headroom-ai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743200"/>
            <a:ext cx="3474720" cy="1097280"/>
          </a:xfrm>
          <a:prstGeom prst="rect">
            <a:avLst/>
          </a:prstGeom>
          <a:solidFill>
            <a:srgbClr val="1620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2743200"/>
            <a:ext cx="3474720" cy="3657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Pilot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design partner program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hello@headroomlabs.ai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headroomlabs.ai  ·  github.com/chopratejas/headroom  ·  discord.gg/yRmaUNpsPJ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Headroom — Pitch Deck</dc:title>
  <dc:subject>PptxGenJS Presentation</dc:subject>
  <dc:creator>Headroom Labs</dc:creator>
  <cp:lastModifiedBy>Headroom Labs</cp:lastModifiedBy>
  <cp:revision>1</cp:revision>
  <dcterms:created xsi:type="dcterms:W3CDTF">2026-06-15T15:07:13Z</dcterms:created>
  <dcterms:modified xsi:type="dcterms:W3CDTF">2026-06-15T15:07:13Z</dcterms:modified>
</cp:coreProperties>
</file>